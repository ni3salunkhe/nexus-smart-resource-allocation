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NEXUS: Smart Resource Allocation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Operational Nervous System for High-Stakes Field Response</a:t>
            </a:r>
          </a:p>
          <a:p>
            <a:r>
              <a:t>Solution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about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NEXUS is an intelligent, multi-tenant crisis response and resource orchestration platform.</a:t>
            </a:r>
          </a:p>
          <a:p>
            <a:pPr lvl="1"/>
            <a:r>
              <a:t>It streamlines humanitarian aid by connecting NGOs, field workers, and coordinators in real-time.</a:t>
            </a:r>
          </a:p>
          <a:p>
            <a:pPr lvl="1"/>
            <a:r>
              <a:t>Replaces fragmented communication channels with a centralized registry.</a:t>
            </a:r>
          </a:p>
          <a:p>
            <a:pPr lvl="1"/>
            <a:r>
              <a:t>Automated data ingestion from unstructured sources (mobile, text, image, CSV).</a:t>
            </a:r>
          </a:p>
          <a:p>
            <a:pPr lvl="1"/>
            <a:r>
              <a:t>Features an AI-driven Intelligence Engine to prioritize severe needs and optimally dispatch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a. How different is it from existing ideas?</a:t>
            </a:r>
          </a:p>
          <a:p>
            <a:pPr lvl="1"/>
            <a:r>
              <a:t>Moves beyond siloed systems by offering cross-tenant NGO collaboration and multi-modal, unstructured data ingestion (SMS, Images) converted directly into structured task pipelines.</a:t>
            </a:r>
          </a:p>
          <a:p>
            <a:pPr/>
            <a:r>
              <a:t>b. How will it solve the problem?</a:t>
            </a:r>
          </a:p>
          <a:p>
            <a:pPr lvl="1"/>
            <a:r>
              <a:t>It bridges the critical gap between field discovery and resource dispatch. The Intelligence Engine scores urgency so critical cases are handled first, eliminating operational bottlenecks.</a:t>
            </a:r>
          </a:p>
          <a:p>
            <a:pPr/>
            <a:r>
              <a:t>c. USP of the proposed solution</a:t>
            </a:r>
          </a:p>
          <a:p>
            <a:pPr lvl="1"/>
            <a:r>
              <a:t>AI-driven intelligent triage, secure DPDP-compliant multi-tenant sharing, and real-time offline-first mobile payload ingestion.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of features offered by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Multi-Tenant Household Registry with strict DPDP-compliant consent management.</a:t>
            </a:r>
          </a:p>
          <a:p>
            <a:r>
              <a:t>Multi-modal Data Ingestion (Mobile App, WhatsApp/SMS, Images, CSV batch processing).</a:t>
            </a:r>
          </a:p>
          <a:p>
            <a:r>
              <a:t>Real-time Intelligence Engine for Needs Triage and priority algorithmic scoring.</a:t>
            </a:r>
          </a:p>
          <a:p>
            <a:r>
              <a:t>Task Coordination &amp; Automated Volunteer Dispatch based on proximity and skills.</a:t>
            </a:r>
          </a:p>
          <a:p>
            <a:r>
              <a:t>Live Dashboard Analytics and Heatmaps to identify 'Resource Deserts'.</a:t>
            </a:r>
          </a:p>
          <a:p>
            <a:r>
              <a:t>Resilient Architecture with degraded mode operations for unreliable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Process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1. Data Ingestion : Field Worker / Beneficiary submits need via App/SMS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2. Structuring : Ingestion Service processes and structures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7315200" cy="73152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3. Triage &amp; Scoring : Intelligence Engine scores urgency and creates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7315200" cy="73152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4. Dispatch : Coordination Service matches task with available volunteer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7315200" cy="731520"/>
          </a:xfrm>
          <a:prstGeom prst="roundRect">
            <a:avLst/>
          </a:prstGeom>
          <a:solidFill>
            <a:srgbClr val="312E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5. Resolution : Volunteer accepts task, provides relief, and closes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 Diagram of the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FRONTEND: React + Vite + Zustand (Role-Based Dashboards)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GATEWAY &amp; WebSocket Bridge (Real-time events)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280160" cy="109728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3657600"/>
            <a:ext cx="1280160" cy="109728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Registry</a:t>
            </a:r>
          </a:p>
          <a:p>
            <a:r>
              <a:t>(Postgres)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3657600"/>
            <a:ext cx="1280160" cy="109728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Ingestion</a:t>
            </a:r>
          </a:p>
          <a:p>
            <a:r>
              <a:t>(Mongo)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657600"/>
            <a:ext cx="1280160" cy="109728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Intelligence</a:t>
            </a:r>
          </a:p>
          <a:p>
            <a:r>
              <a:t>(Elastic)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3657600"/>
            <a:ext cx="1280160" cy="109728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Coordination</a:t>
            </a:r>
          </a:p>
          <a:p>
            <a:r>
              <a:t>(Kafka)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7315200" cy="731520"/>
          </a:xfrm>
          <a:prstGeom prst="rect">
            <a:avLst/>
          </a:prstGeom>
          <a:solidFill>
            <a:srgbClr val="6474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INFRASTRUCTURE: Docker, Apache Kafka (Event Bus), Redis (Cache)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to be used in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Ecosystem:</a:t>
            </a:r>
          </a:p>
          <a:p>
            <a:pPr lvl="1"/>
            <a:r>
              <a:t>React 19, Vite, TypeScript, TailwindCSS, Zustand (State Management), React Router.</a:t>
            </a:r>
          </a:p>
          <a:p>
            <a:pPr/>
            <a:r>
              <a:t>Backend &amp; Microservices:</a:t>
            </a:r>
          </a:p>
          <a:p>
            <a:pPr lvl="1"/>
            <a:r>
              <a:t>Python, FastAPI (Asynchronous APIs).</a:t>
            </a:r>
          </a:p>
          <a:p>
            <a:pPr/>
            <a:r>
              <a:t>Databases &amp; Storage:</a:t>
            </a:r>
          </a:p>
          <a:p>
            <a:pPr lvl="1"/>
            <a:r>
              <a:t>PostgreSQL (Relational data), MongoDB (Unstructured data), Elasticsearch (Heatmaps &amp; Text search).</a:t>
            </a:r>
          </a:p>
          <a:p>
            <a:pPr/>
            <a:r>
              <a:t>Messaging &amp; Infrastructure:</a:t>
            </a:r>
          </a:p>
          <a:p>
            <a:pPr lvl="1"/>
            <a:r>
              <a:t>Apache Kafka (Event Streaming), Redis (Caching), Docker &amp; Docker Compose.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implementation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Hosting (AWS / GCP):</a:t>
            </a:r>
          </a:p>
          <a:p>
            <a:pPr lvl="1"/>
            <a:r>
              <a:t>Managed Kubernetes Cluster (EKS/GKE): ~$150/month</a:t>
            </a:r>
          </a:p>
          <a:p>
            <a:pPr lvl="1"/>
            <a:r>
              <a:t>Managed Databases (RDS, MongoDB Atlas, Elastic Cloud): ~$300/month</a:t>
            </a:r>
          </a:p>
          <a:p>
            <a:pPr/>
            <a:r>
              <a:t>Third-Party Integrations:</a:t>
            </a:r>
          </a:p>
          <a:p>
            <a:pPr lvl="1"/>
            <a:r>
              <a:t>SMS &amp; Communication APIs (e.g., Twilio): ~$50/month (Usage based)</a:t>
            </a:r>
          </a:p>
          <a:p>
            <a:pPr lvl="1"/>
            <a:r>
              <a:t>Mapping APIs (Mapbox/Google Maps): ~$50/month</a:t>
            </a:r>
          </a:p>
          <a:p>
            <a:pPr/>
            <a:r>
              <a:t>Software Licensing:</a:t>
            </a:r>
          </a:p>
          <a:p>
            <a:pPr lvl="1"/>
            <a:r>
              <a:t>Zero cost - built entirely on open-source technologies (React, Postgres, Kafka).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